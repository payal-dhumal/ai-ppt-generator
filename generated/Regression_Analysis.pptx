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4332"/>
                </a:solidFill>
                <a:latin typeface="Times New Roman"/>
              </a:defRPr>
            </a:pPr>
            <a:r>
              <a:t>Introduction to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47472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0916C"/>
                </a:solidFill>
                <a:latin typeface="Times New Roman"/>
              </a:defRPr>
            </a:pPr>
            <a:r>
              <a:t>Understanding the Basics of Regression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4F"/>
                </a:solidFill>
                <a:latin typeface="Times New Roman"/>
              </a:defRPr>
            </a:pPr>
            <a:r>
              <a:t>What is Regression?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Regression is a statistical method for establishing a relationship between two or more variables.</a:t>
            </a:r>
          </a:p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It helps in understanding how the value of a dependent variable changes when any one of the independent variables is 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4F"/>
                </a:solidFill>
                <a:latin typeface="Times New Roman"/>
              </a:defRPr>
            </a:pPr>
            <a:r>
              <a:t>Types of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Simple Regression</a:t>
            </a:r>
          </a:p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Multiple Regression</a:t>
            </a:r>
          </a:p>
        </p:txBody>
      </p:sp>
      <p:pic>
        <p:nvPicPr>
          <p:cNvPr id="4" name="Picture 3" descr="b4fad62f1c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135" y="14630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4F"/>
                </a:solidFill>
                <a:latin typeface="Times New Roman"/>
              </a:defRPr>
            </a:pPr>
            <a:r>
              <a:t>Linear Regression</a:t>
            </a:r>
          </a:p>
        </p:txBody>
      </p:sp>
      <p:pic>
        <p:nvPicPr>
          <p:cNvPr id="3" name="Picture 2" descr="b4fad62f1c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600200"/>
            <a:ext cx="45720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Linear regression is a linear method to model the relationship between a dependent variable and one or more independent variables.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4F"/>
                </a:solidFill>
                <a:latin typeface="Times New Roman"/>
              </a:defRPr>
            </a:pPr>
            <a:r>
              <a:t>Parametric vs Non-Parametric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16C"/>
                </a:solidFill>
                <a:latin typeface="Times New Roman"/>
              </a:defRPr>
            </a:pPr>
            <a:r>
              <a:t>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Parametric Regression</a:t>
            </a:r>
          </a:p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Assumes a specific distribution for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16C"/>
                </a:solidFill>
                <a:latin typeface="Times New Roman"/>
              </a:defRPr>
            </a:pPr>
            <a:r>
              <a:t>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Non-Parametric Regression</a:t>
            </a:r>
          </a:p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Does not assume a specific distribution for the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4F"/>
                </a:solidFill>
                <a:latin typeface="Times New Roman"/>
              </a:defRPr>
            </a:pPr>
            <a:r>
              <a:t>History of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Step 1: 1800s: The concept of regression was first introduced by Francis Galton</a:t>
            </a:r>
          </a:p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Step 2: 1900s: The development of modern regression analysis began</a:t>
            </a:r>
          </a:p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Step 3: 2000s: The use of regression analysis became widespread in various fields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4F"/>
                </a:solidFill>
                <a:latin typeface="Times New Roman"/>
              </a:defRPr>
            </a:pPr>
            <a:r>
              <a:t>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Logistic regression is a type of regression analysis used for predicting the outcome of a categorical dependent variable.</a:t>
            </a:r>
          </a:p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It is commonly used in medical and social sciences research.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4F"/>
                </a:solidFill>
                <a:latin typeface="Times New Roman"/>
              </a:defRPr>
            </a:pPr>
            <a:r>
              <a:t>Applications of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Finance: Predicting stock prices and portfolio returns</a:t>
            </a:r>
          </a:p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Marketing: Analyzing customer behavior and response to advertising</a:t>
            </a:r>
          </a:p>
        </p:txBody>
      </p:sp>
      <p:pic>
        <p:nvPicPr>
          <p:cNvPr id="4" name="Picture 3" descr="b4fad62f1c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4F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Regression analysis is a powerful tool for understanding the relationships between variables.</a:t>
            </a:r>
          </a:p>
          <a:p>
            <a:pPr>
              <a:spcAft>
                <a:spcPts val="800"/>
              </a:spcAft>
              <a:defRPr sz="1800">
                <a:solidFill>
                  <a:srgbClr val="344E41"/>
                </a:solidFill>
                <a:latin typeface="Times New Roman"/>
              </a:defRPr>
            </a:pPr>
            <a:r>
              <a:t>It has numerous applications in various fields and is a fundamental concept in statistics and machine learning.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4332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4048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0916C"/>
                </a:solidFill>
                <a:latin typeface="Times New Roman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