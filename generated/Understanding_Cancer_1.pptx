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828800"/>
            <a:ext cx="10820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8FAFC"/>
                </a:solidFill>
                <a:latin typeface="Arial"/>
              </a:defRPr>
            </a:pPr>
            <a:r>
              <a:t>Cancer: A Comprehensive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47472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8BDF8"/>
                </a:solidFill>
                <a:latin typeface="Arial"/>
              </a:defRPr>
            </a:pPr>
            <a:r>
              <a:t>Introduction to Cancer and Its Implications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2E8F0"/>
                </a:solidFill>
                <a:latin typeface="Arial"/>
              </a:defRPr>
            </a:pPr>
            <a:r>
              <a:t>What is Cancer?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Cancer is a group of diseases characterized by the uncontrolled growth and spread of abnormal cells.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It can affect any part of the body and is a leading cause of death worldwide.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2E8F0"/>
                </a:solidFill>
                <a:latin typeface="Arial"/>
              </a:defRPr>
            </a:pPr>
            <a:r>
              <a:t>Types of Cancer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Carcinomas: Originating in the skin or lining of organs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Sarcomas: Originating in bones, cartilage, or connective tissue</a:t>
            </a:r>
          </a:p>
        </p:txBody>
      </p:sp>
      <p:pic>
        <p:nvPicPr>
          <p:cNvPr id="4" name="Picture 3" descr="a385f8d81cd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1135" y="146304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2E8F0"/>
                </a:solidFill>
                <a:latin typeface="Arial"/>
              </a:defRPr>
            </a:pPr>
            <a:r>
              <a:t>More Types of Cancer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Leukemias: Originating in the blood or bone marrow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Lymphomas: Originating in the immune 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2E8F0"/>
                </a:solidFill>
                <a:latin typeface="Arial"/>
              </a:defRPr>
            </a:pPr>
            <a:r>
              <a:t>Understanding Cancer Cells</a:t>
            </a:r>
          </a:p>
        </p:txBody>
      </p:sp>
      <p:pic>
        <p:nvPicPr>
          <p:cNvPr id="3" name="Picture 2" descr="9bca286d84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847" y="1600200"/>
            <a:ext cx="45720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2E8F0"/>
                </a:solidFill>
                <a:latin typeface="Arial"/>
              </a:defRPr>
            </a:pPr>
            <a:r>
              <a:t>Comparison of Cancer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Arial"/>
              </a:defRPr>
            </a:pPr>
            <a:r>
              <a:t>Left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Carcinomas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Most common type of cancer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Arial"/>
              </a:defRPr>
            </a:pPr>
            <a:r>
              <a:t>Right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15544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Sarcomas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Less common, but aggressive type of cancer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2E8F0"/>
                </a:solidFill>
                <a:latin typeface="Arial"/>
              </a:defRPr>
            </a:pPr>
            <a:r>
              <a:t>Causes and Risk Factors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Genetic mutations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Environmental factors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Lifestyle choices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2E8F0"/>
                </a:solidFill>
                <a:latin typeface="Arial"/>
              </a:defRPr>
            </a:pPr>
            <a:r>
              <a:t>Solutions to Cancer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Surgery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Chemotherapy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Radiation therapy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2E8F0"/>
                </a:solidFill>
                <a:latin typeface="Arial"/>
              </a:defRPr>
            </a:pPr>
            <a:r>
              <a:t>More Solutions to Cancer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Immunotherapy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Targeted therapy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Hormone therapy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2E8F0"/>
                </a:solidFill>
                <a:latin typeface="Arial"/>
              </a:defRPr>
            </a:pPr>
            <a:r>
              <a:t>Cancer Research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Step 1: 1900s: Discovery of cancer cells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Step 2: 1950s: Development of chemotherapy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Step 3: 2000s: Advances in targeted therapy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2E8F0"/>
                </a:solidFill>
                <a:latin typeface="Arial"/>
              </a:defRPr>
            </a:pPr>
            <a:r>
              <a:t>Challenges in Cancer Treatment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Resistance to therapy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Side effects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Limited access to care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2E8F0"/>
                </a:solidFill>
                <a:latin typeface="Arial"/>
              </a:defRPr>
            </a:pPr>
            <a:r>
              <a:t>Challenges vs.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Arial"/>
              </a:defRPr>
            </a:pPr>
            <a:r>
              <a:t>Left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Challenges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Limited funding for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Arial"/>
              </a:defRPr>
            </a:pPr>
            <a:r>
              <a:t>Right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15544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Opportunities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Advances in technology and medicine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2E8F0"/>
                </a:solidFill>
                <a:latin typeface="Arial"/>
              </a:defRPr>
            </a:pPr>
            <a:r>
              <a:t>Hope for the Future</a:t>
            </a:r>
          </a:p>
        </p:txBody>
      </p:sp>
      <p:pic>
        <p:nvPicPr>
          <p:cNvPr id="3" name="Picture 2" descr="a385f8d81cd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847" y="1600200"/>
            <a:ext cx="45720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2E8F0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Cancer is a complex and multifaceted disease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Understanding its causes, types, and solutions is crucial for progress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286000"/>
            <a:ext cx="10820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8FAFC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84048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8BDF8"/>
                </a:solidFill>
                <a:latin typeface="Arial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