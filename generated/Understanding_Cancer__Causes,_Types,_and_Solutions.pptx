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Cancer Awareness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Understanding the Disease and Finding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What is Cancer?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group of diseases characterized by the uncontrolled growth and spread of abnormal cells.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It can affect any part of the body and is caused by genetic mutations.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can be caused by a combination of genetic and environmental factors.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Types of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Carcinomas: breast, lung, colon, and skin cancers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Sarcomas: bone and soft tissue cancers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Leukemias: blood cancers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Lymphomas: immune system cancers</a:t>
            </a:r>
          </a:p>
        </p:txBody>
      </p:sp>
      <p:pic>
        <p:nvPicPr>
          <p:cNvPr id="4" name="Picture 3" descr="a385f8d81cd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Cells</a:t>
            </a:r>
          </a:p>
        </p:txBody>
      </p:sp>
      <p:pic>
        <p:nvPicPr>
          <p:cNvPr id="3" name="Picture 2" descr="9bca286d8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Causes of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Genetic mutations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Environmental factors: tobacco, radiation, and chemicals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Viral and bacterial infections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Poor diet and lack of exercise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Risk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Genetic predisposition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Family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Environmental factors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Lifestyle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Research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1: 1900s: discovery of cancer cells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2: 1950s: development of chemotherapy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3: 1980s: introduction of targeted therapies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4: 2000s: advancements in immunotherapy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Biopsy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Imaging tests: MRI, CT, and PET scans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Blood tests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Genetic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Treatment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Surgery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Chemotherapy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Radiation 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Targeted 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Immunotherapy</a:t>
            </a:r>
          </a:p>
        </p:txBody>
      </p:sp>
      <p:pic>
        <p:nvPicPr>
          <p:cNvPr id="4" name="Picture 3" descr="a385f8d81cd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Support</a:t>
            </a:r>
          </a:p>
        </p:txBody>
      </p:sp>
      <p:pic>
        <p:nvPicPr>
          <p:cNvPr id="3" name="Picture 2" descr="9bca286d8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Healthy diet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Regular exercise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Not smoking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Limiting sun exposure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Screening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Mammography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Pap smear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Colonoscopy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Prostate-specific antigen (PSA)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Challenges in Cancer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Funding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Complexity of cancer biology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Limited understanding of cancer causes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Need for more effective treatments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complex and multifaceted disease.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Understanding its causes, types, and treatment options is crucial for prevention and management.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Continued research and support are necessary to overcome the challenges in cancer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