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828800"/>
            <a:ext cx="108200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8FAFC"/>
                </a:solidFill>
                <a:latin typeface="Arial"/>
              </a:defRPr>
            </a:pPr>
            <a:r>
              <a:t>Cancer: A Comprehensive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347472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38BDF8"/>
                </a:solidFill>
                <a:latin typeface="Arial"/>
              </a:defRPr>
            </a:pPr>
            <a:r>
              <a:t>Introduction to Cancer and Its Implications</a:t>
            </a:r>
          </a:p>
        </p:txBody>
      </p:sp>
      <p:pic>
        <p:nvPicPr>
          <p:cNvPr id="4" name="Picture 3" descr="b4fad62f1c0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E2E8F0"/>
                </a:solidFill>
                <a:latin typeface="Arial"/>
              </a:defRPr>
            </a:pPr>
            <a:r>
              <a:t>What is Cancer?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Arial"/>
              </a:defRPr>
            </a:pPr>
            <a:r>
              <a:t>Cancer is a group of diseases characterized by the uncontrolled growth and spread of abnormal cells.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Arial"/>
              </a:defRPr>
            </a:pPr>
            <a:r>
              <a:t>It can affect any part of the body and is a leading cause of death worldwide.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E2E8F0"/>
                </a:solidFill>
                <a:latin typeface="Arial"/>
              </a:defRPr>
            </a:pPr>
            <a:r>
              <a:t>Types of Cancer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Arial"/>
              </a:defRPr>
            </a:pPr>
            <a:r>
              <a:t>Carcinomas: breast, lung, colon, and skin cancers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Arial"/>
              </a:defRPr>
            </a:pPr>
            <a:r>
              <a:t>Leukemias: blood cancers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Arial"/>
              </a:defRPr>
            </a:pPr>
            <a:r>
              <a:t>Lymphomas: cancers of the immune system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Arial"/>
              </a:defRPr>
            </a:pPr>
            <a:r>
              <a:t>Sarcomas: bone and soft tissue cancers</a:t>
            </a:r>
          </a:p>
        </p:txBody>
      </p:sp>
      <p:pic>
        <p:nvPicPr>
          <p:cNvPr id="4" name="Picture 3" descr="b4fad62f1c0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1135" y="1463040"/>
            <a:ext cx="41148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E2E8F0"/>
                </a:solidFill>
                <a:latin typeface="Arial"/>
              </a:defRPr>
            </a:pPr>
            <a:r>
              <a:t>Cancer Cells</a:t>
            </a:r>
          </a:p>
        </p:txBody>
      </p:sp>
      <p:pic>
        <p:nvPicPr>
          <p:cNvPr id="3" name="Picture 2" descr="a385f8d81cd3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9847" y="1600200"/>
            <a:ext cx="45720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E2E8F0"/>
                </a:solidFill>
                <a:latin typeface="Arial"/>
              </a:defRPr>
            </a:pPr>
            <a:r>
              <a:t>Causes and Risk Factors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Arial"/>
              </a:defRPr>
            </a:pPr>
            <a:r>
              <a:t>Genetic mutations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Arial"/>
              </a:defRPr>
            </a:pPr>
            <a:r>
              <a:t>Environmental factors: tobacco, radiation, and pollution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Arial"/>
              </a:defRPr>
            </a:pPr>
            <a:r>
              <a:t>Lifestyle factors: diet, physical activity, and stress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E2E8F0"/>
                </a:solidFill>
                <a:latin typeface="Arial"/>
              </a:defRPr>
            </a:pPr>
            <a:r>
              <a:t>Cancer Treatment 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  <a:latin typeface="Arial"/>
              </a:defRPr>
            </a:pPr>
            <a:r>
              <a:t>Left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544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Arial"/>
              </a:defRPr>
            </a:pPr>
            <a:r>
              <a:t>Surgery: removal of tumors and affected tissues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Arial"/>
              </a:defRPr>
            </a:pPr>
            <a:r>
              <a:t>Radiation therapy: high-energy rays to kill cancer cells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72200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  <a:latin typeface="Arial"/>
              </a:defRPr>
            </a:pPr>
            <a:r>
              <a:t>Right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72200" y="15544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Arial"/>
              </a:defRPr>
            </a:pPr>
            <a:r>
              <a:t>Chemotherapy: drugs to kill cancer cells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Arial"/>
              </a:defRPr>
            </a:pPr>
            <a:r>
              <a:t>Immunotherapy: boosting the immune system to fight cancer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E2E8F0"/>
                </a:solidFill>
                <a:latin typeface="Arial"/>
              </a:defRPr>
            </a:pPr>
            <a:r>
              <a:t>Cancer Prevention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Arial"/>
              </a:defRPr>
            </a:pPr>
            <a:r>
              <a:t>Healthy diet and exercise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Arial"/>
              </a:defRPr>
            </a:pPr>
            <a:r>
              <a:t>Avoiding tobacco and limiting alcohol consumption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Arial"/>
              </a:defRPr>
            </a:pPr>
            <a:r>
              <a:t>Protecting against UV radiation and pollution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E2E8F0"/>
                </a:solidFill>
                <a:latin typeface="Arial"/>
              </a:defRPr>
            </a:pPr>
            <a:r>
              <a:t>Cancer Screening and Diagnosis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Arial"/>
              </a:defRPr>
            </a:pPr>
            <a:r>
              <a:t>Regular check-ups and screenings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Arial"/>
              </a:defRPr>
            </a:pPr>
            <a:r>
              <a:t>Biopsies and imaging tests: X-rays, CT scans, and MRIs</a:t>
            </a:r>
          </a:p>
        </p:txBody>
      </p:sp>
      <p:pic>
        <p:nvPicPr>
          <p:cNvPr id="4" name="Picture 3" descr="9bca286d84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0"/>
            <a:ext cx="41148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E2E8F0"/>
                </a:solidFill>
                <a:latin typeface="Arial"/>
              </a:defRPr>
            </a:pPr>
            <a:r>
              <a:t>Cancer Research and Progress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Arial"/>
              </a:defRPr>
            </a:pPr>
            <a:r>
              <a:t>Step 1: 1950s: discovery of the first cancer-causing virus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Arial"/>
              </a:defRPr>
            </a:pPr>
            <a:r>
              <a:t>Step 2: 1970s: development of chemotherapy and radiation therapy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Arial"/>
              </a:defRPr>
            </a:pPr>
            <a:r>
              <a:t>Step 3: 2000s: introduction of targeted therapies and immunotherapies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E2E8F0"/>
                </a:solidFill>
                <a:latin typeface="Arial"/>
              </a:defRPr>
            </a:pPr>
            <a:r>
              <a:t>Challenges in Cancer Treatment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Arial"/>
              </a:defRPr>
            </a:pPr>
            <a:r>
              <a:t>Resistance to therapies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Arial"/>
              </a:defRPr>
            </a:pPr>
            <a:r>
              <a:t>Side effects and toxicity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Arial"/>
              </a:defRPr>
            </a:pPr>
            <a:r>
              <a:t>Limited access to healthcare and treatments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E2E8F0"/>
                </a:solidFill>
                <a:latin typeface="Arial"/>
              </a:defRPr>
            </a:pPr>
            <a:r>
              <a:t>Cancer Support and Care</a:t>
            </a:r>
          </a:p>
        </p:txBody>
      </p:sp>
      <p:pic>
        <p:nvPicPr>
          <p:cNvPr id="3" name="Picture 2" descr="b4fad62f1c0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9847" y="1600200"/>
            <a:ext cx="45720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E2E8F0"/>
                </a:solidFill>
                <a:latin typeface="Arial"/>
              </a:defRPr>
            </a:pPr>
            <a:r>
              <a:t>Solutions to Cancer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Arial"/>
              </a:defRPr>
            </a:pPr>
            <a:r>
              <a:t>Advances in medical research and technology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Arial"/>
              </a:defRPr>
            </a:pPr>
            <a:r>
              <a:t>Increased awareness and education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Arial"/>
              </a:defRPr>
            </a:pPr>
            <a:r>
              <a:t>Support for cancer patients and families</a:t>
            </a:r>
          </a:p>
        </p:txBody>
      </p:sp>
      <p:pic>
        <p:nvPicPr>
          <p:cNvPr id="4" name="Picture 3" descr="b4fad62f1c0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1135" y="1463040"/>
            <a:ext cx="41148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E2E8F0"/>
                </a:solidFill>
                <a:latin typeface="Arial"/>
              </a:defRPr>
            </a:pPr>
            <a:r>
              <a:t>Current and Future Cancer Treatments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  <a:latin typeface="Arial"/>
              </a:defRPr>
            </a:pPr>
            <a:r>
              <a:t>Left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544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Arial"/>
              </a:defRPr>
            </a:pPr>
            <a:r>
              <a:t>Conventional therapies: surgery, radiation, and chemotherapy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Arial"/>
              </a:defRPr>
            </a:pPr>
            <a:r>
              <a:t>Targeted therapies: precision medicine and personalized treatment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72200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  <a:latin typeface="Arial"/>
              </a:defRPr>
            </a:pPr>
            <a:r>
              <a:t>Right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72200" y="15544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Arial"/>
              </a:defRPr>
            </a:pPr>
            <a:r>
              <a:t>Immunotherapies: boosting the immune system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Arial"/>
              </a:defRPr>
            </a:pPr>
            <a:r>
              <a:t>Gene therapies: editing and repairing genes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E2E8F0"/>
                </a:solidFill>
                <a:latin typeface="Arial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Arial"/>
              </a:defRPr>
            </a:pPr>
            <a:r>
              <a:t>Cancer is a complex and multifaceted disease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Arial"/>
              </a:defRPr>
            </a:pPr>
            <a:r>
              <a:t>Understanding cancer and its implications is crucial for prevention, diagnosis, and treatment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Arial"/>
              </a:defRPr>
            </a:pPr>
            <a:r>
              <a:t>Continued research and support are necessary to overcome the challenges of cancer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286000"/>
            <a:ext cx="108200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8FAFC"/>
                </a:solidFill>
                <a:latin typeface="Arial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384048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38BDF8"/>
                </a:solidFill>
                <a:latin typeface="Arial"/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